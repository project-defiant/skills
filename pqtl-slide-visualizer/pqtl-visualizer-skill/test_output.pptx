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proteomic associations with genetics and health in the UK Biobank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BB, Chiou J, Traylor M, et 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 |  2023  |  DOI: 10.1038/s41586-023-06592-6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952744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5952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UK Biobank Pharma Proteomics Project (UKB-PPP)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38544" y="352044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54306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47304" y="3520440"/>
            <a:ext cx="2167128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3520440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Explore 3072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451592" y="3520440"/>
            <a:ext cx="2692908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51592" y="3520440"/>
            <a:ext cx="26929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biobank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pQTL Olink Publication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 &amp; Population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22960"/>
            <a:ext cx="201168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8961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biobank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14447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201168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961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82296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8961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14447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Multi-ancestry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Ancestry Breakdown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3840480" cy="32004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</a:tblGrid>
              <a:tr h="53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Ancestry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3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3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Asian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3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Admixed American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66344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Cohort(s)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63440" y="2331720"/>
            <a:ext cx="393192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Biobank Pharma Proteomics Project (UKB-PPP)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Ancestry-specific pQTLs: Yes  |  Count: 1163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Platform &amp; Proteomics QC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Explore 3072 v1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8046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22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Assayed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22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with ≥1 pQTL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2880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Batch/Plate Correction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18288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internal batch normalization using bridge samples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04288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Normalization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67712" y="230428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normalization applied per plate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779776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Handling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67712" y="277977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with &gt;25% samples below LOD excluded; remaining below-LOD set to LOD/sqrt(2)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25526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Exclusion 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67712" y="325526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2880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82880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Performed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18288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304288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304288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Samples (N)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3952" y="230428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77977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779776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Reference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73952" y="277977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UKB-PPP pilot cohort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QC Parameters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&amp; Multi-batch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Genotyping &amp; GWAS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229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Genotyping Array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67712" y="82296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Biobank Axiom Array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98448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Reference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29844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r1.1 + UK10K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73936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R²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67712" y="177393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4942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Threshold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224942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40233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MAF Note: MAF ≥ 0.001 appropriate given N &gt; 50,000; yields ~1 expected minor allele carrier per 500 individuals at minimum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8229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3952" y="82296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via REGENIE v3.2.1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298448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298448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Genome-wide 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73952" y="1298448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5×10⁻⁸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7393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773936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Bonferroni Correction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1773936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249424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24942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Threshold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3952" y="2249424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1.7×10⁻¹¹ (5×10⁻⁸ / 2941 proteins)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72491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7249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Threshold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73952" y="272491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5×10⁻⁸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402336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20040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Window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73952" y="32004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kb (TSS)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GWAS Methods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BMI, top 20 genetic PCs, Olink plate, sample dilution factor, frozen sample indicator, UKB assessment centre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Post-GWAS Analyses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04672"/>
            <a:ext cx="26060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Fine-Mapping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170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SuSiE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Sets: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847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14287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Threshold: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185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80467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804672"/>
            <a:ext cx="2606040" cy="3200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8046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1704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98848" y="1170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98848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 v5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PP4 Threshold: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1847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Tested: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98848" y="2185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 v8 eQTLs, GWAS Catalog disease loci, eQTLGen blood eQTLs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80467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804672"/>
            <a:ext cx="26060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8046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Epitope Artifacts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1704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11704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508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1508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SomaScan v4.1 pQTLs; SNPs within 10bp of antibody epitope flagged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Colocalization Key Findings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1,547 protein-disease colocalizations identified; notable examples include IL6R with inflammatory bowel disease, PCSK9 with LDL cholesterol, and APOE with Alzheimer's disease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Trans-pQTL Hotspots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(187 proteins); HLA region (143 proteins); FUT2 (61 proteins); APOE (38 proteins)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Mendelian Randomization &amp; Data Access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Performed: 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(exposures)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60520" y="1261872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IL6R, PCSK9, GDF15, VEGFA, TNF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37360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tested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173736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Coronary artery disease, Type 2 diabetes, Alzheimer's disease, BMI, LDL cholesterol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12848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2212848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IVW, MR-Egger, weighted median, MR-PRESSO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43891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88336"/>
            <a:ext cx="3703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F-statistics reported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688336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MR Findings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PCSK9 → LDL: OR 0.71 per SD (p=4.2×10⁻¹²); IL6R → CAD: OR 0.87 per SD (p=0.003); GDF15 → BMI: β=−0.12 (p=6.1×10⁻⁸)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43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statistics PUBLICLY AVAILABLE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GWAS Catalog: GCST90293000–GCST90295940; open access via UK Biobank AMS portal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Plasma proteomic associations with genetics and health in the UK Biobank</dc:title>
  <dc:subject>PptxGenJS Presentation</dc:subject>
  <dc:creator>PptxGenJS</dc:creator>
  <cp:lastModifiedBy>PptxGenJS</cp:lastModifiedBy>
  <cp:revision>1</cp:revision>
  <dcterms:created xsi:type="dcterms:W3CDTF">2026-04-25T22:39:35Z</dcterms:created>
  <dcterms:modified xsi:type="dcterms:W3CDTF">2026-04-25T22:39:35Z</dcterms:modified>
</cp:coreProperties>
</file>